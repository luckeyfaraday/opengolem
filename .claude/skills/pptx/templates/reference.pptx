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89888"/>
            <a:ext cx="914400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896112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786384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D2DBE8"/>
                </a:solidFill>
              </a:rPr>
              <a:t>{{SUBTITLE}}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3840480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Prepared by {{PREPARED_BY}}
{{DATE}}
{{CLASSIFICATION}}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053328"/>
            <a:ext cx="20574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B4BECD"/>
                </a:solidFill>
              </a:rPr>
              <a:t>Layout: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4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969264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D2DBE8"/>
                </a:solidFill>
              </a:rPr>
              <a:t>{{SECTION_KICKER}}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69264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{{SECTION_TITLE}}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6053328"/>
            <a:ext cx="20574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B4BECD"/>
                </a:solidFill>
              </a:rPr>
              <a:t>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8755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52238"/>
                </a:solidFill>
              </a:rP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463040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149840" cy="4160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202836"/>
                </a:solidFill>
              </a:rPr>
              <a:t>{{BULLETS}}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4572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07B8C"/>
                </a:solidFill>
              </a:rPr>
              <a:t>{{FOOTER}}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053328"/>
            <a:ext cx="21945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07B8C"/>
                </a:solidFill>
              </a:rPr>
              <a:t>Layout: BULLETS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8755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52238"/>
                </a:solidFill>
              </a:rP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463040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5262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1B56BA"/>
                </a:solidFill>
              </a:rPr>
              <a:t>{{LEFT_TITLE}}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4526280" cy="344728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202836"/>
                </a:solidFill>
              </a:rPr>
              <a:t>{{LEFT_BULLETS}}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508760"/>
            <a:ext cx="45262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1B56BA"/>
                </a:solidFill>
              </a:rPr>
              <a:t>{{RIGHT_TITLE}}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084831"/>
            <a:ext cx="4526280" cy="344728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202836"/>
                </a:solidFill>
              </a:rPr>
              <a:t>{{RIGHT_BULLETS}}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6053328"/>
            <a:ext cx="224028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07B8C"/>
                </a:solidFill>
              </a:rPr>
              <a:t>Layout: TWO_COLUMN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8580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4000" b="1">
                <a:solidFill>
                  <a:srgbClr val="E76F51"/>
                </a:solidFill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17320"/>
            <a:ext cx="8641080" cy="2057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152238"/>
                </a:solidFill>
              </a:rPr>
              <a:t>{{QUOTE}}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749039"/>
            <a:ext cx="1005840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977639"/>
            <a:ext cx="58521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707B8C"/>
                </a:solidFill>
              </a:rPr>
              <a:t>{{ATTRIBUTION}}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053328"/>
            <a:ext cx="210312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07B8C"/>
                </a:solidFill>
              </a:rPr>
              <a:t>Layout: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932688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046720" cy="2103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{{BULLETS}}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053328"/>
            <a:ext cx="21945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B4BECD"/>
                </a:solidFill>
              </a:rPr>
              <a:t>Layout: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